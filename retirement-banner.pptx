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6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" y="91440"/>
            <a:ext cx="14447520" cy="8046720"/>
          </a:xfrm>
          <a:prstGeom prst="rect">
            <a:avLst/>
          </a:prstGeom>
          <a:noFill/>
          <a:ln w="9525">
            <a:solidFill>
              <a:srgbClr val="D4A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vg_dec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926080" cy="2560320"/>
          </a:xfrm>
          <a:prstGeom prst="rect">
            <a:avLst/>
          </a:prstGeom>
        </p:spPr>
      </p:pic>
      <p:pic>
        <p:nvPicPr>
          <p:cNvPr id="4" name="Picture 3" descr="svg_deco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0" y="0"/>
            <a:ext cx="292608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7B4020"/>
                </a:solidFill>
              </a:rPr>
              <a:t>신세계 강남점  ·  상반기 정년퇴임 기념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2011680"/>
            <a:ext cx="3017520" cy="12700"/>
          </a:xfrm>
          <a:prstGeom prst="rect">
            <a:avLst/>
          </a:prstGeom>
          <a:solidFill>
            <a:srgbClr val="C9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828800"/>
            <a:ext cx="822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9853A"/>
                </a:solidFill>
              </a:rPr>
              <a:t>✿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011680"/>
            <a:ext cx="3017520" cy="12700"/>
          </a:xfrm>
          <a:prstGeom prst="rect">
            <a:avLst/>
          </a:prstGeom>
          <a:solidFill>
            <a:srgbClr val="C9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46888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2600">
                <a:solidFill>
                  <a:srgbClr val="6B4A28"/>
                </a:solidFill>
              </a:rPr>
              <a:t>그동안 함께해 주셔서 정말 고마웠습니다</a:t>
            </a:r>
          </a:p>
          <a:p>
            <a:pPr algn="ctr"/>
            <a:r>
              <a:rPr sz="2600">
                <a:solidFill>
                  <a:srgbClr val="6B4A28"/>
                </a:solidFill>
              </a:rPr>
              <a:t>감사한 마음을 담아 특식을 준비했습니다  ·  맛있게 드세요!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114800"/>
            <a:ext cx="14630400" cy="4114800"/>
          </a:xfrm>
          <a:prstGeom prst="rect">
            <a:avLst/>
          </a:prstGeom>
          <a:solidFill>
            <a:srgbClr val="FAE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114800"/>
            <a:ext cx="14630400" cy="12700"/>
          </a:xfrm>
          <a:prstGeom prst="rect">
            <a:avLst/>
          </a:prstGeom>
          <a:solidFill>
            <a:srgbClr val="E8C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POP운영팀</a:t>
            </a:r>
          </a:p>
        </p:txBody>
      </p:sp>
      <p:pic>
        <p:nvPicPr>
          <p:cNvPr id="13" name="Picture 12" descr="person_final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475488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5448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김보영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23년 1개월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POP운영팀</a:t>
            </a:r>
          </a:p>
        </p:txBody>
      </p:sp>
      <p:pic>
        <p:nvPicPr>
          <p:cNvPr id="18" name="Picture 17" descr="person_final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4754880"/>
            <a:ext cx="1645920" cy="1645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1480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전은영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16년 8개월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POP운영팀</a:t>
            </a:r>
          </a:p>
        </p:txBody>
      </p:sp>
      <p:pic>
        <p:nvPicPr>
          <p:cNvPr id="23" name="Picture 22" descr="person_final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754880"/>
            <a:ext cx="1645920" cy="1645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7512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장정원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16년 1개월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POP운영팀</a:t>
            </a:r>
          </a:p>
        </p:txBody>
      </p:sp>
      <p:pic>
        <p:nvPicPr>
          <p:cNvPr id="28" name="Picture 27" descr="person_final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59" y="4754880"/>
            <a:ext cx="1645920" cy="1645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23544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제경순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15년 8개월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0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식품팀</a:t>
            </a:r>
          </a:p>
        </p:txBody>
      </p:sp>
      <p:pic>
        <p:nvPicPr>
          <p:cNvPr id="33" name="Picture 32" descr="person_final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2880" y="4754880"/>
            <a:ext cx="1645920" cy="1645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79576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최복례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9576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13년 1개월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