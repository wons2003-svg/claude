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6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" y="91440"/>
            <a:ext cx="14447520" cy="8046720"/>
          </a:xfrm>
          <a:prstGeom prst="rect">
            <a:avLst/>
          </a:prstGeom>
          <a:noFill/>
          <a:ln w="9525">
            <a:solidFill>
              <a:srgbClr val="D4A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vg_dec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926080" cy="2560320"/>
          </a:xfrm>
          <a:prstGeom prst="rect">
            <a:avLst/>
          </a:prstGeom>
        </p:spPr>
      </p:pic>
      <p:pic>
        <p:nvPicPr>
          <p:cNvPr id="4" name="Picture 3" descr="svg_deco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0" y="0"/>
            <a:ext cx="2926080" cy="2560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0" y="9144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7B4020"/>
                </a:solidFill>
              </a:rPr>
              <a:t>신세계 강남점  ·  상반기 정년퇴임 기념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0" y="2011680"/>
            <a:ext cx="3017520" cy="12700"/>
          </a:xfrm>
          <a:prstGeom prst="rect">
            <a:avLst/>
          </a:prstGeom>
          <a:solidFill>
            <a:srgbClr val="C98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03720" y="1828800"/>
            <a:ext cx="822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C9853A"/>
                </a:solidFill>
              </a:rPr>
              <a:t>✿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011680"/>
            <a:ext cx="3017520" cy="12700"/>
          </a:xfrm>
          <a:prstGeom prst="rect">
            <a:avLst/>
          </a:prstGeom>
          <a:solidFill>
            <a:srgbClr val="C98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2468880"/>
            <a:ext cx="9144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</a:pPr>
            <a:r>
              <a:rPr sz="2600">
                <a:solidFill>
                  <a:srgbClr val="6B4A28"/>
                </a:solidFill>
              </a:rPr>
              <a:t>그동안 함께해 주셔서 정말 고마웠습니다</a:t>
            </a:r>
          </a:p>
          <a:p>
            <a:pPr algn="ctr"/>
            <a:r>
              <a:rPr sz="2600">
                <a:solidFill>
                  <a:srgbClr val="6B4A28"/>
                </a:solidFill>
              </a:rPr>
              <a:t>감사한 마음을 담아 특식을 준비했습니다  ·  맛있게 드세요!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114800"/>
            <a:ext cx="14630400" cy="4114800"/>
          </a:xfrm>
          <a:prstGeom prst="rect">
            <a:avLst/>
          </a:prstGeom>
          <a:solidFill>
            <a:srgbClr val="FAE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114800"/>
            <a:ext cx="14630400" cy="12700"/>
          </a:xfrm>
          <a:prstGeom prst="rect">
            <a:avLst/>
          </a:prstGeom>
          <a:solidFill>
            <a:srgbClr val="E8C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19" y="43434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B87020"/>
                </a:solidFill>
              </a:rPr>
              <a:t>POP운영팀</a:t>
            </a:r>
          </a:p>
        </p:txBody>
      </p:sp>
      <p:pic>
        <p:nvPicPr>
          <p:cNvPr id="13" name="Picture 12" descr="person_final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4754880"/>
            <a:ext cx="1645920" cy="1645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54480" y="65379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C1508"/>
                </a:solidFill>
              </a:rPr>
              <a:t>김보영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685800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9B7340"/>
                </a:solidFill>
              </a:rPr>
              <a:t>파트너님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71323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C9853A"/>
                </a:solidFill>
              </a:rPr>
              <a:t>23년 1개월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43434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B87020"/>
                </a:solidFill>
              </a:rPr>
              <a:t>POP운영팀</a:t>
            </a:r>
          </a:p>
        </p:txBody>
      </p:sp>
      <p:pic>
        <p:nvPicPr>
          <p:cNvPr id="18" name="Picture 17" descr="person_final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4754880"/>
            <a:ext cx="1645920" cy="1645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114800" y="65379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C1508"/>
                </a:solidFill>
              </a:rPr>
              <a:t>전은영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685800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9B7340"/>
                </a:solidFill>
              </a:rPr>
              <a:t>파트너님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71323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C9853A"/>
                </a:solidFill>
              </a:rPr>
              <a:t>16년 8개월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3434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B87020"/>
                </a:solidFill>
              </a:rPr>
              <a:t>POP운영팀</a:t>
            </a:r>
          </a:p>
        </p:txBody>
      </p:sp>
      <p:pic>
        <p:nvPicPr>
          <p:cNvPr id="23" name="Picture 22" descr="person_final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4754880"/>
            <a:ext cx="1645920" cy="1645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675120" y="65379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C1508"/>
                </a:solidFill>
              </a:rPr>
              <a:t>장정원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685800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9B7340"/>
                </a:solidFill>
              </a:rPr>
              <a:t>파트너님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71323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C9853A"/>
                </a:solidFill>
              </a:rPr>
              <a:t>16년 1개월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43434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B87020"/>
                </a:solidFill>
              </a:rPr>
              <a:t>POP운영팀</a:t>
            </a:r>
          </a:p>
        </p:txBody>
      </p:sp>
      <p:pic>
        <p:nvPicPr>
          <p:cNvPr id="28" name="Picture 27" descr="person_final_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2559" y="4754880"/>
            <a:ext cx="1645920" cy="16459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235440" y="65379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C1508"/>
                </a:solidFill>
              </a:rPr>
              <a:t>제경순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685800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9B7340"/>
                </a:solidFill>
              </a:rPr>
              <a:t>파트너님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71323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C9853A"/>
                </a:solidFill>
              </a:rPr>
              <a:t>15년 8개월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0" y="43434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B87020"/>
                </a:solidFill>
              </a:rPr>
              <a:t>식품팀</a:t>
            </a:r>
          </a:p>
        </p:txBody>
      </p:sp>
      <p:pic>
        <p:nvPicPr>
          <p:cNvPr id="33" name="Picture 32" descr="person_final_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612880" y="4754880"/>
            <a:ext cx="1645920" cy="1645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795760" y="65379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C1508"/>
                </a:solidFill>
              </a:rPr>
              <a:t>최복례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85800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9B7340"/>
                </a:solidFill>
              </a:rPr>
              <a:t>파트너님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795760" y="71323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C9853A"/>
                </a:solidFill>
              </a:rPr>
              <a:t>13년 1개월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