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6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7B4020"/>
                </a:solidFill>
              </a:rPr>
              <a:t>신세계 강남점  ·  상반기 정년퇴임 기념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965960"/>
            <a:ext cx="6705295" cy="12700"/>
          </a:xfrm>
          <a:prstGeom prst="rect">
            <a:avLst/>
          </a:prstGeom>
          <a:solidFill>
            <a:srgbClr val="C98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0" y="1783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C9853A"/>
                </a:solidFill>
              </a:rPr>
              <a:t>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>
                <a:solidFill>
                  <a:srgbClr val="6B4A28"/>
                </a:solidFill>
              </a:rPr>
              <a:t>그동안 함께해 주셔서 정말 고마웠습니다</a:t>
            </a:r>
          </a:p>
          <a:p>
            <a:pPr algn="ctr"/>
            <a:r>
              <a:rPr sz="2400">
                <a:solidFill>
                  <a:srgbClr val="6B4A28"/>
                </a:solidFill>
              </a:rPr>
              <a:t>감사한 마음을 담아 특식을 준비했습니다  ·  맛있게 드세요!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FAE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0233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87020"/>
                </a:solidFill>
              </a:rPr>
              <a:t>POP운영팀</a:t>
            </a:r>
          </a:p>
        </p:txBody>
      </p:sp>
      <p:pic>
        <p:nvPicPr>
          <p:cNvPr id="8" name="Picture 7" descr="perso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43484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4440" y="58521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C1508"/>
                </a:solidFill>
              </a:rPr>
              <a:t>김보영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6126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9B7340"/>
                </a:solidFill>
              </a:rPr>
              <a:t>파트너님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63550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C9853A"/>
                </a:solidFill>
              </a:rPr>
              <a:t>23년 1개월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0233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87020"/>
                </a:solidFill>
              </a:rPr>
              <a:t>POP운영팀</a:t>
            </a:r>
          </a:p>
        </p:txBody>
      </p:sp>
      <p:pic>
        <p:nvPicPr>
          <p:cNvPr id="13" name="Picture 12" descr="pers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434840"/>
            <a:ext cx="137160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46120" y="58521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C1508"/>
                </a:solidFill>
              </a:rPr>
              <a:t>전은영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6126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9B7340"/>
                </a:solidFill>
              </a:rPr>
              <a:t>파트너님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63550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C9853A"/>
                </a:solidFill>
              </a:rPr>
              <a:t>16년 8개월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0233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87020"/>
                </a:solidFill>
              </a:rPr>
              <a:t>POP운영팀</a:t>
            </a:r>
          </a:p>
        </p:txBody>
      </p:sp>
      <p:pic>
        <p:nvPicPr>
          <p:cNvPr id="18" name="Picture 17" descr="perso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4434840"/>
            <a:ext cx="1371600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57800" y="58521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C1508"/>
                </a:solidFill>
              </a:rPr>
              <a:t>장정원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6126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9B7340"/>
                </a:solidFill>
              </a:rPr>
              <a:t>파트너님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63550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C9853A"/>
                </a:solidFill>
              </a:rPr>
              <a:t>16년 1개월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0233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87020"/>
                </a:solidFill>
              </a:rPr>
              <a:t>POP운영팀</a:t>
            </a:r>
          </a:p>
        </p:txBody>
      </p:sp>
      <p:pic>
        <p:nvPicPr>
          <p:cNvPr id="23" name="Picture 22" descr="perso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4434840"/>
            <a:ext cx="1371600" cy="1371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69480" y="58521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C1508"/>
                </a:solidFill>
              </a:rPr>
              <a:t>제경순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6126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9B7340"/>
                </a:solidFill>
              </a:rPr>
              <a:t>파트너님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63550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C9853A"/>
                </a:solidFill>
              </a:rPr>
              <a:t>15년 8개월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0233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87020"/>
                </a:solidFill>
              </a:rPr>
              <a:t>식품팀</a:t>
            </a:r>
          </a:p>
        </p:txBody>
      </p:sp>
      <p:pic>
        <p:nvPicPr>
          <p:cNvPr id="28" name="Picture 27" descr="perso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4434840"/>
            <a:ext cx="1371600" cy="1371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81160" y="58521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C1508"/>
                </a:solidFill>
              </a:rPr>
              <a:t>최복례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6126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9B7340"/>
                </a:solidFill>
              </a:rPr>
              <a:t>파트너님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63550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C9853A"/>
                </a:solidFill>
              </a:rPr>
              <a:t>13년 1개월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